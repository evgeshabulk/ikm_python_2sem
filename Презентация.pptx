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66" r:id="rId5"/>
    <p:sldId id="269" r:id="rId6"/>
    <p:sldId id="268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endParaRPr lang="ru-RU" dirty="0"/>
          </a:p>
        </p:txBody>
      </p:sp>
      <p:sp>
        <p:nvSpPr>
          <p:cNvPr id="14" name="Заголовок 1"/>
          <p:cNvSpPr txBox="1"/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15" name="Заголовок 1"/>
          <p:cNvSpPr txBox="1"/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16" name="Заголовок 1"/>
          <p:cNvSpPr txBox="1"/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22" name="Заголовок 1"/>
          <p:cNvSpPr txBox="1"/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  <a:endParaRPr lang="ru-RU" dirty="0"/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  <a:endParaRPr lang="ru-RU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6010" y="1851660"/>
            <a:ext cx="9291320" cy="2675255"/>
          </a:xfrm>
        </p:spPr>
        <p:txBody>
          <a:bodyPr>
            <a:noAutofit/>
          </a:bodyPr>
          <a:lstStyle/>
          <a:p>
            <a:r>
              <a:rPr lang="ru-RU" sz="4000" dirty="0"/>
              <a:t>Индивидуальная работа по дисциплине «Языки программирования»</a:t>
            </a:r>
            <a:endParaRPr lang="ru-RU" sz="32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Боталова Евгения, ИТ-8, Вариант 2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Постановка задачи. Суть игры и требования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570865" y="1981200"/>
            <a:ext cx="10925175" cy="414528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000" b="1" dirty="0"/>
              <a:t>Цель</a:t>
            </a:r>
            <a:r>
              <a:rPr lang="ru-RU" sz="2000" dirty="0"/>
              <a:t>: </a:t>
            </a:r>
            <a:r>
              <a:rPr lang="en-US" altLang="en-US" sz="2000" dirty="0"/>
              <a:t>выстроить заданный набор слов в замкнутую цепочку.</a:t>
            </a:r>
            <a:endParaRPr lang="en-US" alt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000" b="1" dirty="0"/>
              <a:t>Правило стыковки</a:t>
            </a:r>
            <a:r>
              <a:rPr lang="en-US" altLang="en-US" sz="2000" dirty="0"/>
              <a:t>: следующее слово начинается на последнюю букву предыдущего (с учетом исключения для буквы «ь»).</a:t>
            </a:r>
            <a:endParaRPr lang="en-US" alt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000" b="1" dirty="0"/>
              <a:t>Условие</a:t>
            </a:r>
            <a:r>
              <a:rPr lang="en-US" altLang="en-US" sz="2000" dirty="0"/>
              <a:t>: первое и последнее слова также должны стыковаться.</a:t>
            </a:r>
            <a:endParaRPr lang="en-US" altLang="en-US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en-US" sz="20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000" b="1" dirty="0"/>
              <a:t>Визуализация</a:t>
            </a:r>
            <a:r>
              <a:rPr lang="en-US" altLang="en-US" sz="2000" dirty="0"/>
              <a:t>: ...моро[з] -&gt; [з]апа[х] -&gt; [х]олм...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ru-RU" altLang="en-US"/>
              <a:t>Модель данных (граф). Представление предметной области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275590" y="1851660"/>
            <a:ext cx="5688965" cy="449834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Задача сведена к классическому графовому алгоритму.</a:t>
            </a:r>
            <a:endParaRPr lang="en-US" altLang="en-US"/>
          </a:p>
          <a:p>
            <a:pPr marL="0" indent="0">
              <a:buNone/>
            </a:pPr>
            <a:endParaRPr lang="en-US" altLang="ru-RU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Вершины (Узлы) — Буквы алфавита.</a:t>
            </a:r>
            <a:endParaRPr lang="en-US" altLang="ru-RU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Направленные рёбра — Слова.</a:t>
            </a:r>
            <a:endParaRPr lang="en-US" altLang="ru-RU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Задача: Поиск Эйлерова цикла.</a:t>
            </a:r>
            <a:endParaRPr lang="en-US" alt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0845" y="2691130"/>
            <a:ext cx="39814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en-US"/>
              <a:t>Выбор структур данных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637520" cy="427482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Архитектура разделена на два модуля: </a:t>
            </a:r>
            <a:r>
              <a:rPr lang="en-US" altLang="ru-RU"/>
              <a:t>main.py (UI) </a:t>
            </a:r>
            <a:r>
              <a:rPr lang="en-US" altLang="en-US"/>
              <a:t>и </a:t>
            </a:r>
            <a:r>
              <a:rPr lang="en-US" altLang="ru-RU"/>
              <a:t>logic.py (</a:t>
            </a:r>
            <a:r>
              <a:rPr lang="en-US" altLang="en-US"/>
              <a:t>Бизнес-логика).</a:t>
            </a:r>
            <a:endParaRPr lang="en-US" altLang="ru-RU"/>
          </a:p>
          <a:p>
            <a:pPr marL="0" indent="0">
              <a:buNone/>
            </a:pPr>
            <a:r>
              <a:rPr lang="en-US" altLang="en-US"/>
              <a:t>Для хранения списка смежности и обхода графа реализован собственный класс Стек (</a:t>
            </a:r>
            <a:r>
              <a:rPr lang="en-US" altLang="ru-RU"/>
              <a:t>CustomStack).</a:t>
            </a:r>
            <a:endParaRPr lang="en-US" altLang="ru-RU"/>
          </a:p>
          <a:p>
            <a:pPr marL="0" indent="0">
              <a:buNone/>
            </a:pPr>
            <a:r>
              <a:rPr lang="en-US" altLang="en-US"/>
              <a:t>Основа стека — односвязный список (</a:t>
            </a:r>
            <a:r>
              <a:rPr lang="en-US" altLang="ru-RU"/>
              <a:t>Node).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Алгоритм поиска пути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93700" y="1851660"/>
            <a:ext cx="11069320" cy="4221480"/>
          </a:xfrm>
        </p:spPr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endParaRPr lang="ru-RU" altLang="en-US" sz="19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/>
              <a:t>Подсчет входящих и исходящих степеней вершин (проверка возможности цикла).</a:t>
            </a:r>
            <a:endParaRPr lang="en-US" altLang="ru-RU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/>
              <a:t>Выбор стартовой вершины.</a:t>
            </a:r>
            <a:endParaRPr lang="en-US" altLang="ru-RU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/>
              <a:t>Проход по рёбрам с помещением текущего узла в Стек.</a:t>
            </a:r>
            <a:endParaRPr lang="en-US" altLang="ru-RU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/>
              <a:t>При достижении тупика — извлечение узла и добавление в итоговый маршрут.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Интерфейс и демонстрация работы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171450" y="1851660"/>
            <a:ext cx="11647170" cy="427482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ru-RU" altLang="en-US"/>
              <a:t>Интерфейс:                                  Демонстрация работы:</a:t>
            </a:r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2510790"/>
            <a:ext cx="5634990" cy="2957195"/>
          </a:xfrm>
          <a:prstGeom prst="rect">
            <a:avLst/>
          </a:prstGeom>
        </p:spPr>
      </p:pic>
      <p:pic>
        <p:nvPicPr>
          <p:cNvPr id="8" name="Изображение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60" y="2511425"/>
            <a:ext cx="5864860" cy="295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Перехват исключений и защита от сбоев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202565" y="1851660"/>
            <a:ext cx="11665585" cy="454787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altLang="en-US"/>
              <a:t>                                                               </a:t>
            </a:r>
            <a:r>
              <a:rPr lang="ru-RU" altLang="en-US">
                <a:sym typeface="+mn-ea"/>
              </a:rPr>
              <a:t>Ввод слов, где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Ввод несуществующего файла:           </a:t>
            </a:r>
            <a:r>
              <a:rPr lang="ru-RU" altLang="en-US">
                <a:sym typeface="+mn-ea"/>
              </a:rPr>
              <a:t>не совпадают степени  </a:t>
            </a:r>
            <a:endParaRPr lang="ru-RU" altLang="en-US"/>
          </a:p>
          <a:p>
            <a:pPr marL="0" indent="0">
              <a:buNone/>
            </a:pPr>
            <a:r>
              <a:rPr lang="ru-RU" altLang="en-US">
                <a:sym typeface="+mn-ea"/>
              </a:rPr>
              <a:t>                                                                         букв</a:t>
            </a: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ru-RU" altLang="en-US"/>
              <a:t>                                                          </a:t>
            </a:r>
            <a:endParaRPr lang="ru-RU" altLang="en-US"/>
          </a:p>
        </p:txBody>
      </p:sp>
      <p:pic>
        <p:nvPicPr>
          <p:cNvPr id="10" name="Изображение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3490595"/>
            <a:ext cx="6400165" cy="266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665" y="3490595"/>
            <a:ext cx="5153025" cy="266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Тестирование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61315" y="1924685"/>
            <a:ext cx="7402830" cy="822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ru-RU" altLang="en-US" sz="2000"/>
              <a:t>Базовый сценарий (окончание на «ь»)</a:t>
            </a:r>
            <a:endParaRPr lang="ru-RU" altLang="en-US" sz="2000"/>
          </a:p>
        </p:txBody>
      </p:sp>
      <p:pic>
        <p:nvPicPr>
          <p:cNvPr id="5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98" y="2452053"/>
            <a:ext cx="5272405" cy="18408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Текстовое поле 5"/>
          <p:cNvSpPr txBox="1"/>
          <p:nvPr/>
        </p:nvSpPr>
        <p:spPr>
          <a:xfrm>
            <a:off x="6661150" y="1924685"/>
            <a:ext cx="4830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Ц</a:t>
            </a:r>
            <a:r>
              <a:rPr lang="en-US" altLang="en-US"/>
              <a:t>епь из одного </a:t>
            </a:r>
            <a:r>
              <a:rPr lang="en-US" altLang="en-US" sz="2000"/>
              <a:t>слова</a:t>
            </a:r>
            <a:r>
              <a:rPr lang="en-US" altLang="en-US"/>
              <a:t>-палиндрома</a:t>
            </a:r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225" y="2419350"/>
            <a:ext cx="3905250" cy="18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Текстовое поле 7"/>
          <p:cNvSpPr txBox="1"/>
          <p:nvPr/>
        </p:nvSpPr>
        <p:spPr>
          <a:xfrm>
            <a:off x="3321050" y="4388485"/>
            <a:ext cx="71202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П</a:t>
            </a:r>
            <a:r>
              <a:rPr lang="en-US" altLang="en-US"/>
              <a:t>опытка </a:t>
            </a:r>
            <a:r>
              <a:rPr lang="en-US" altLang="en-US" sz="2000"/>
              <a:t>соединить </a:t>
            </a:r>
            <a:r>
              <a:rPr lang="en-US" altLang="en-US"/>
              <a:t>несвязные компоненты</a:t>
            </a:r>
            <a:endParaRPr lang="ru-RU" altLang="en-US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68" y="4786948"/>
            <a:ext cx="5269865" cy="1727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Заключение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Программа успешно решает задачу поиска Эйлерова цикла</a:t>
            </a:r>
            <a:r>
              <a:rPr lang="ru-RU" altLang="en-US"/>
              <a:t>.</a:t>
            </a:r>
            <a:endParaRPr lang="ru-RU" altLang="en-US"/>
          </a:p>
          <a:p>
            <a:pPr marL="0" indent="0">
              <a:buNone/>
            </a:pPr>
            <a:r>
              <a:rPr lang="en-US" altLang="en-US"/>
              <a:t>Сложность алгоритма оптимальна: линейное время </a:t>
            </a:r>
            <a:r>
              <a:rPr lang="en-US" altLang="ru-RU"/>
              <a:t>O(V + E)</a:t>
            </a:r>
            <a:r>
              <a:rPr lang="ru-RU" altLang="en-US"/>
              <a:t>, </a:t>
            </a:r>
            <a:r>
              <a:rPr lang="en-US" altLang="en-US"/>
              <a:t>где </a:t>
            </a:r>
            <a:r>
              <a:rPr lang="en-US" altLang="ru-RU"/>
              <a:t>V — </a:t>
            </a:r>
            <a:r>
              <a:rPr lang="en-US" altLang="en-US"/>
              <a:t>количество уникальных букв, </a:t>
            </a:r>
            <a:r>
              <a:rPr lang="en-US" altLang="ru-RU"/>
              <a:t>E — </a:t>
            </a:r>
            <a:r>
              <a:rPr lang="en-US" altLang="en-US"/>
              <a:t>количество слов.</a:t>
            </a:r>
            <a:endParaRPr lang="en-US" altLang="ru-RU"/>
          </a:p>
          <a:p>
            <a:pPr marL="0" indent="0">
              <a:buNone/>
            </a:pPr>
            <a:r>
              <a:rPr lang="en-US" altLang="en-US"/>
              <a:t>Требования к использованию собственных динамических структур полностью выполнены.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Интерфейс устойчив к некорректному вводу.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Presentation</Application>
  <PresentationFormat>Широкоэкранный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PermianSansTypeface</vt:lpstr>
      <vt:lpstr>Verdana</vt:lpstr>
      <vt:lpstr>Lato Regular</vt:lpstr>
      <vt:lpstr>PermianSerifTypeface</vt:lpstr>
      <vt:lpstr>Segoe Print</vt:lpstr>
      <vt:lpstr>Microsoft YaHei</vt:lpstr>
      <vt:lpstr>Arial Unicode MS</vt:lpstr>
      <vt:lpstr>Calibri</vt:lpstr>
      <vt:lpstr>Arial</vt:lpstr>
      <vt:lpstr>Тема Office</vt:lpstr>
      <vt:lpstr>Индивидуальная работа по дисциплине «Языки программирования» «Учет результатов диспансеризации»</vt:lpstr>
      <vt:lpstr>Постановка задачи</vt:lpstr>
      <vt:lpstr>Алгоритм сортировки выбором</vt:lpstr>
      <vt:lpstr>Интерфейс</vt:lpstr>
      <vt:lpstr>Тесты</vt:lpstr>
      <vt:lpstr>Тесты</vt:lpstr>
      <vt:lpstr>Тесты</vt:lpstr>
      <vt:lpstr>Заключение</vt:lpstr>
      <vt:lpstr>PowerPoint 演示文稿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WPS_1755357247</cp:lastModifiedBy>
  <cp:revision>35</cp:revision>
  <dcterms:created xsi:type="dcterms:W3CDTF">2020-05-17T17:29:00Z</dcterms:created>
  <dcterms:modified xsi:type="dcterms:W3CDTF">2026-06-23T16:32:44Z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AEAA2425A8464F6D80209C097431297E_12</vt:lpwstr>
  </property>
  <property fmtid="{D5CDD505-2E9C-101B-9397-08002B2CF9AE}" pid="3" name="KSOProductBuildVer">
    <vt:lpwstr>1049-12.1.0.26880</vt:lpwstr>
  </property>
</Properties>
</file>